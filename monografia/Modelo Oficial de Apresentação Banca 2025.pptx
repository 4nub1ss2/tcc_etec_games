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rial" panose="020B0604020202020204" pitchFamily="34" charset="0"/>
      <p:regular r:id="rId17"/>
    </p:embeddedFont>
    <p:embeddedFont>
      <p:font typeface="Arial Bold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Open San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0F0A"/>
    <a:srgbClr val="6B7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696" y="84"/>
      </p:cViewPr>
      <p:guideLst>
        <p:guide orient="horz" pos="208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888138"/>
            <a:ext cx="7333090" cy="5398862"/>
            <a:chOff x="0" y="0"/>
            <a:chExt cx="1931349" cy="14219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31349" cy="1421923"/>
            </a:xfrm>
            <a:custGeom>
              <a:avLst/>
              <a:gdLst/>
              <a:ahLst/>
              <a:cxnLst/>
              <a:rect l="l" t="t" r="r" b="b"/>
              <a:pathLst>
                <a:path w="1931349" h="1421923">
                  <a:moveTo>
                    <a:pt x="0" y="0"/>
                  </a:moveTo>
                  <a:lnTo>
                    <a:pt x="1931349" y="0"/>
                  </a:lnTo>
                  <a:lnTo>
                    <a:pt x="1931349" y="1421923"/>
                  </a:lnTo>
                  <a:lnTo>
                    <a:pt x="0" y="1421923"/>
                  </a:lnTo>
                  <a:close/>
                </a:path>
              </a:pathLst>
            </a:custGeom>
            <a:solidFill>
              <a:srgbClr val="6B78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31349" cy="14600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7333090" cy="4926238"/>
            <a:chOff x="0" y="0"/>
            <a:chExt cx="1931349" cy="13894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31349" cy="1389434"/>
            </a:xfrm>
            <a:custGeom>
              <a:avLst/>
              <a:gdLst/>
              <a:ahLst/>
              <a:cxnLst/>
              <a:rect l="l" t="t" r="r" b="b"/>
              <a:pathLst>
                <a:path w="1931349" h="1389434">
                  <a:moveTo>
                    <a:pt x="0" y="0"/>
                  </a:moveTo>
                  <a:lnTo>
                    <a:pt x="1931349" y="0"/>
                  </a:lnTo>
                  <a:lnTo>
                    <a:pt x="1931349" y="1389434"/>
                  </a:lnTo>
                  <a:lnTo>
                    <a:pt x="0" y="1389434"/>
                  </a:lnTo>
                  <a:close/>
                </a:path>
              </a:pathLst>
            </a:custGeom>
            <a:solidFill>
              <a:srgbClr val="AE0F0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931349" cy="1427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742594" y="8063819"/>
            <a:ext cx="3847903" cy="0"/>
          </a:xfrm>
          <a:prstGeom prst="line">
            <a:avLst/>
          </a:prstGeom>
          <a:ln w="1905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19051" y="8406719"/>
            <a:ext cx="7214039" cy="2064478"/>
          </a:xfrm>
          <a:custGeom>
            <a:avLst/>
            <a:gdLst/>
            <a:ahLst/>
            <a:cxnLst/>
            <a:rect l="l" t="t" r="r" b="b"/>
            <a:pathLst>
              <a:path w="7214039" h="2064478">
                <a:moveTo>
                  <a:pt x="0" y="0"/>
                </a:moveTo>
                <a:lnTo>
                  <a:pt x="7214039" y="0"/>
                </a:lnTo>
                <a:lnTo>
                  <a:pt x="7214039" y="2064478"/>
                </a:lnTo>
                <a:lnTo>
                  <a:pt x="0" y="2064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992719" y="1568698"/>
            <a:ext cx="7456224" cy="5697461"/>
          </a:xfrm>
          <a:custGeom>
            <a:avLst/>
            <a:gdLst/>
            <a:ahLst/>
            <a:cxnLst/>
            <a:rect l="l" t="t" r="r" b="b"/>
            <a:pathLst>
              <a:path w="7456224" h="5697461">
                <a:moveTo>
                  <a:pt x="0" y="0"/>
                </a:moveTo>
                <a:lnTo>
                  <a:pt x="7456224" y="0"/>
                </a:lnTo>
                <a:lnTo>
                  <a:pt x="7456224" y="5697462"/>
                </a:lnTo>
                <a:lnTo>
                  <a:pt x="0" y="56974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220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12371" y="5954938"/>
            <a:ext cx="5708347" cy="195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5"/>
              </a:lnSpc>
            </a:pPr>
            <a:r>
              <a:rPr lang="en-US" sz="2204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Nome </a:t>
            </a:r>
            <a:r>
              <a:rPr lang="en-US" sz="2204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Completo</a:t>
            </a:r>
            <a:r>
              <a:rPr lang="en-US" sz="2204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</a:p>
          <a:p>
            <a:pPr algn="ctr">
              <a:lnSpc>
                <a:spcPts val="3085"/>
              </a:lnSpc>
            </a:pPr>
            <a:r>
              <a:rPr lang="en-US" sz="2204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Nome </a:t>
            </a:r>
            <a:r>
              <a:rPr lang="en-US" sz="2204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Completo</a:t>
            </a:r>
            <a:r>
              <a:rPr lang="en-US" sz="2204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</a:p>
          <a:p>
            <a:pPr algn="ctr">
              <a:lnSpc>
                <a:spcPts val="3085"/>
              </a:lnSpc>
            </a:pPr>
            <a:r>
              <a:rPr lang="en-US" sz="2204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Nome </a:t>
            </a:r>
            <a:r>
              <a:rPr lang="en-US" sz="2204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Completo</a:t>
            </a:r>
            <a:r>
              <a:rPr lang="en-US" sz="2204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3</a:t>
            </a:r>
          </a:p>
          <a:p>
            <a:pPr algn="ctr">
              <a:lnSpc>
                <a:spcPts val="3085"/>
              </a:lnSpc>
            </a:pPr>
            <a:r>
              <a:rPr lang="en-US" sz="2204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Nome </a:t>
            </a:r>
            <a:r>
              <a:rPr lang="en-US" sz="2204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Completo</a:t>
            </a:r>
            <a:r>
              <a:rPr lang="en-US" sz="2204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4</a:t>
            </a:r>
          </a:p>
          <a:p>
            <a:pPr algn="ctr">
              <a:lnSpc>
                <a:spcPts val="3085"/>
              </a:lnSpc>
            </a:pPr>
            <a:r>
              <a:rPr lang="en-US" sz="2204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Nome </a:t>
            </a:r>
            <a:r>
              <a:rPr lang="en-US" sz="2204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Completo</a:t>
            </a:r>
            <a:r>
              <a:rPr lang="en-US" sz="2204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5912" y="1081149"/>
            <a:ext cx="6541266" cy="99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45"/>
              </a:lnSpc>
            </a:pPr>
            <a:r>
              <a:rPr lang="en-US" sz="6103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TRABALHO DE</a:t>
            </a:r>
            <a:r>
              <a:rPr lang="en-US" sz="6103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5912" y="1921135"/>
            <a:ext cx="6541266" cy="57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CONCLUSÃO DE CURSO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4351" y="3157674"/>
            <a:ext cx="5304387" cy="1066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5"/>
              </a:lnSpc>
            </a:pPr>
            <a:r>
              <a:rPr lang="en-US" sz="3004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Ensino </a:t>
            </a:r>
            <a:r>
              <a:rPr lang="en-US" sz="3004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Médio</a:t>
            </a:r>
            <a:r>
              <a:rPr lang="en-US" sz="3004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04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Integrado</a:t>
            </a:r>
            <a:r>
              <a:rPr lang="en-US" sz="3004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04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ao</a:t>
            </a:r>
            <a:r>
              <a:rPr lang="en-US" sz="3004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04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Técnico </a:t>
            </a:r>
            <a:r>
              <a:rPr lang="en-US" sz="3004" b="1" dirty="0" err="1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em</a:t>
            </a:r>
            <a:r>
              <a:rPr lang="en-US" sz="3004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3004" b="1" dirty="0" err="1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xxxxxxxxxx</a:t>
            </a:r>
            <a:endParaRPr lang="en-US" sz="3004" b="1" dirty="0">
              <a:solidFill>
                <a:srgbClr val="FFFFFF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157736" y="7978094"/>
            <a:ext cx="9519520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 DO TRABALHO:</a:t>
            </a:r>
          </a:p>
          <a:p>
            <a:pPr algn="ctr">
              <a:lnSpc>
                <a:spcPts val="4480"/>
              </a:lnSpc>
            </a:pPr>
            <a:r>
              <a:rPr lang="en-US" sz="3200" b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subtítulo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se </a:t>
            </a:r>
            <a:r>
              <a:rPr lang="en-US" sz="3200" b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houver</a:t>
            </a:r>
            <a:endParaRPr lang="en-US" sz="32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8212" y="-349271"/>
            <a:ext cx="19364663" cy="4206177"/>
            <a:chOff x="0" y="0"/>
            <a:chExt cx="5100158" cy="1107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0158" cy="1107800"/>
            </a:xfrm>
            <a:custGeom>
              <a:avLst/>
              <a:gdLst/>
              <a:ahLst/>
              <a:cxnLst/>
              <a:rect l="l" t="t" r="r" b="b"/>
              <a:pathLst>
                <a:path w="5100158" h="1107800">
                  <a:moveTo>
                    <a:pt x="0" y="0"/>
                  </a:moveTo>
                  <a:lnTo>
                    <a:pt x="5100158" y="0"/>
                  </a:lnTo>
                  <a:lnTo>
                    <a:pt x="5100158" y="1107800"/>
                  </a:lnTo>
                  <a:lnTo>
                    <a:pt x="0" y="1107800"/>
                  </a:lnTo>
                  <a:close/>
                </a:path>
              </a:pathLst>
            </a:custGeom>
            <a:solidFill>
              <a:srgbClr val="6B78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00158" cy="114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8212" y="-349271"/>
            <a:ext cx="720947" cy="10865343"/>
            <a:chOff x="0" y="0"/>
            <a:chExt cx="189879" cy="28616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9879" cy="2861654"/>
            </a:xfrm>
            <a:custGeom>
              <a:avLst/>
              <a:gdLst/>
              <a:ahLst/>
              <a:cxnLst/>
              <a:rect l="l" t="t" r="r" b="b"/>
              <a:pathLst>
                <a:path w="189879" h="2861654">
                  <a:moveTo>
                    <a:pt x="0" y="0"/>
                  </a:moveTo>
                  <a:lnTo>
                    <a:pt x="189879" y="0"/>
                  </a:lnTo>
                  <a:lnTo>
                    <a:pt x="189879" y="2861654"/>
                  </a:lnTo>
                  <a:lnTo>
                    <a:pt x="0" y="2861654"/>
                  </a:lnTo>
                  <a:close/>
                </a:path>
              </a:pathLst>
            </a:custGeom>
            <a:solidFill>
              <a:srgbClr val="AE0F0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9879" cy="2899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862422" y="-349271"/>
            <a:ext cx="8344030" cy="10655321"/>
          </a:xfrm>
          <a:custGeom>
            <a:avLst/>
            <a:gdLst/>
            <a:ahLst/>
            <a:cxnLst/>
            <a:rect l="l" t="t" r="r" b="b"/>
            <a:pathLst>
              <a:path w="1218427" h="996190">
                <a:moveTo>
                  <a:pt x="0" y="0"/>
                </a:moveTo>
                <a:lnTo>
                  <a:pt x="1218427" y="0"/>
                </a:lnTo>
                <a:lnTo>
                  <a:pt x="1218427" y="996190"/>
                </a:lnTo>
                <a:lnTo>
                  <a:pt x="0" y="996190"/>
                </a:lnTo>
                <a:close/>
              </a:path>
            </a:pathLst>
          </a:custGeom>
          <a:blipFill>
            <a:blip r:embed="rId2"/>
            <a:stretch>
              <a:fillRect l="-93638" t="-40352" r="-7169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75376" y="1053412"/>
            <a:ext cx="8711273" cy="1146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5377" y="4562882"/>
            <a:ext cx="8711272" cy="3551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Lorem ipsum dolor sit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amet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consectetur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adipiscing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elit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sed do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eiusmod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tempor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incididunt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labore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et dolore magna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aliqua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Ut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enim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ad minim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veniam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quis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nostrud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exercitation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ullamco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laboris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nisi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aliquip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ea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commodo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consequat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Duis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aute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irure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 in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reprehenderit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in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voluptate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velit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esse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cillum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dolore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eu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fugiat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nulla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pariatur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Excepteur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sint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occaecat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cupidatat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non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proident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sunt in culpa qui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officia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deserunt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mollit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anim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id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est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laborum</a:t>
            </a:r>
            <a:r>
              <a:rPr lang="en-US" sz="2500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9374" y="2379444"/>
            <a:ext cx="8034746" cy="315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Título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em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: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arial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tamanho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40 (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mínimo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) a 70 (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máximo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),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centralizado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negrito</a:t>
            </a:r>
            <a:endParaRPr lang="en-US" sz="1899" dirty="0">
              <a:solidFill>
                <a:srgbClr val="FFFFF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051903" y="9210675"/>
            <a:ext cx="803474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 em: arial, tamanho  25 (mínimo) a 40 (máximo), justificado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54250" y="392103"/>
            <a:ext cx="803474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Coloque uma imagem aqui, seguindo este mesmo formato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8212" y="-349271"/>
            <a:ext cx="18446212" cy="5081210"/>
            <a:chOff x="0" y="0"/>
            <a:chExt cx="4858262" cy="13382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58262" cy="1338261"/>
            </a:xfrm>
            <a:custGeom>
              <a:avLst/>
              <a:gdLst/>
              <a:ahLst/>
              <a:cxnLst/>
              <a:rect l="l" t="t" r="r" b="b"/>
              <a:pathLst>
                <a:path w="4858262" h="1338261">
                  <a:moveTo>
                    <a:pt x="0" y="0"/>
                  </a:moveTo>
                  <a:lnTo>
                    <a:pt x="4858262" y="0"/>
                  </a:lnTo>
                  <a:lnTo>
                    <a:pt x="4858262" y="1338261"/>
                  </a:lnTo>
                  <a:lnTo>
                    <a:pt x="0" y="1338261"/>
                  </a:lnTo>
                  <a:close/>
                </a:path>
              </a:pathLst>
            </a:custGeom>
            <a:solidFill>
              <a:srgbClr val="AE0F0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58262" cy="1376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8212" y="-349271"/>
            <a:ext cx="652196" cy="5081210"/>
            <a:chOff x="0" y="0"/>
            <a:chExt cx="171772" cy="13382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772" cy="1338261"/>
            </a:xfrm>
            <a:custGeom>
              <a:avLst/>
              <a:gdLst/>
              <a:ahLst/>
              <a:cxnLst/>
              <a:rect l="l" t="t" r="r" b="b"/>
              <a:pathLst>
                <a:path w="171772" h="1338261">
                  <a:moveTo>
                    <a:pt x="0" y="0"/>
                  </a:moveTo>
                  <a:lnTo>
                    <a:pt x="171772" y="0"/>
                  </a:lnTo>
                  <a:lnTo>
                    <a:pt x="171772" y="1338261"/>
                  </a:lnTo>
                  <a:lnTo>
                    <a:pt x="0" y="1338261"/>
                  </a:lnTo>
                  <a:close/>
                </a:path>
              </a:pathLst>
            </a:custGeom>
            <a:solidFill>
              <a:srgbClr val="6B78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1772" cy="1376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72886" y="-349271"/>
            <a:ext cx="8615114" cy="5081210"/>
            <a:chOff x="0" y="0"/>
            <a:chExt cx="2269001" cy="13382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9001" cy="1338261"/>
            </a:xfrm>
            <a:custGeom>
              <a:avLst/>
              <a:gdLst/>
              <a:ahLst/>
              <a:cxnLst/>
              <a:rect l="l" t="t" r="r" b="b"/>
              <a:pathLst>
                <a:path w="2269001" h="1338261">
                  <a:moveTo>
                    <a:pt x="0" y="0"/>
                  </a:moveTo>
                  <a:lnTo>
                    <a:pt x="2269001" y="0"/>
                  </a:lnTo>
                  <a:lnTo>
                    <a:pt x="2269001" y="1338261"/>
                  </a:lnTo>
                  <a:lnTo>
                    <a:pt x="0" y="1338261"/>
                  </a:lnTo>
                  <a:close/>
                </a:path>
              </a:pathLst>
            </a:custGeom>
            <a:solidFill>
              <a:srgbClr val="6B787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69001" cy="1376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6185084"/>
            <a:ext cx="78829" cy="2565399"/>
            <a:chOff x="0" y="0"/>
            <a:chExt cx="20761" cy="67566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761" cy="675661"/>
            </a:xfrm>
            <a:custGeom>
              <a:avLst/>
              <a:gdLst/>
              <a:ahLst/>
              <a:cxnLst/>
              <a:rect l="l" t="t" r="r" b="b"/>
              <a:pathLst>
                <a:path w="20761" h="675661">
                  <a:moveTo>
                    <a:pt x="0" y="0"/>
                  </a:moveTo>
                  <a:lnTo>
                    <a:pt x="20761" y="0"/>
                  </a:lnTo>
                  <a:lnTo>
                    <a:pt x="20761" y="675661"/>
                  </a:lnTo>
                  <a:lnTo>
                    <a:pt x="0" y="675661"/>
                  </a:lnTo>
                  <a:close/>
                </a:path>
              </a:pathLst>
            </a:custGeom>
            <a:solidFill>
              <a:srgbClr val="AE0F0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761" cy="713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15653" y="6185084"/>
            <a:ext cx="78829" cy="2565399"/>
            <a:chOff x="0" y="0"/>
            <a:chExt cx="20761" cy="67566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761" cy="675661"/>
            </a:xfrm>
            <a:custGeom>
              <a:avLst/>
              <a:gdLst/>
              <a:ahLst/>
              <a:cxnLst/>
              <a:rect l="l" t="t" r="r" b="b"/>
              <a:pathLst>
                <a:path w="20761" h="675661">
                  <a:moveTo>
                    <a:pt x="0" y="0"/>
                  </a:moveTo>
                  <a:lnTo>
                    <a:pt x="20761" y="0"/>
                  </a:lnTo>
                  <a:lnTo>
                    <a:pt x="20761" y="675661"/>
                  </a:lnTo>
                  <a:lnTo>
                    <a:pt x="0" y="675661"/>
                  </a:lnTo>
                  <a:close/>
                </a:path>
              </a:pathLst>
            </a:custGeom>
            <a:solidFill>
              <a:srgbClr val="AE0F0A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0761" cy="713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861763" y="6185084"/>
            <a:ext cx="78829" cy="2565399"/>
            <a:chOff x="0" y="0"/>
            <a:chExt cx="20761" cy="6756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761" cy="675661"/>
            </a:xfrm>
            <a:custGeom>
              <a:avLst/>
              <a:gdLst/>
              <a:ahLst/>
              <a:cxnLst/>
              <a:rect l="l" t="t" r="r" b="b"/>
              <a:pathLst>
                <a:path w="20761" h="675661">
                  <a:moveTo>
                    <a:pt x="0" y="0"/>
                  </a:moveTo>
                  <a:lnTo>
                    <a:pt x="20761" y="0"/>
                  </a:lnTo>
                  <a:lnTo>
                    <a:pt x="20761" y="675661"/>
                  </a:lnTo>
                  <a:lnTo>
                    <a:pt x="0" y="675661"/>
                  </a:lnTo>
                  <a:close/>
                </a:path>
              </a:pathLst>
            </a:custGeom>
            <a:solidFill>
              <a:srgbClr val="AE0F0A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0761" cy="713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216816" y="6127934"/>
            <a:ext cx="4129080" cy="17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Duis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aute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irure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dolor in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reprehenderit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in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voluptate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velit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esse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cillum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dolore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eu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fugiat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nulla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pariatur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2484" y="6127934"/>
            <a:ext cx="4615246" cy="17561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Lorem ipsum dolor sit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amet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consectetur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adipiscing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elit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sed do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eiusmod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tempor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incididunt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labore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et dolore magna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aliqua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70707" y="6127934"/>
            <a:ext cx="4709618" cy="1765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enim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ad minim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veniam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quis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nostrud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exercitation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ullamco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laboris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nisi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aliquip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ex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ea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commodo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consequat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69861" y="1499183"/>
            <a:ext cx="7821739" cy="1146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9861" y="2819541"/>
            <a:ext cx="5417582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Título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em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: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arial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tamanho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40 (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mínimo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) a 70 (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máximo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),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centralizado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negrito</a:t>
            </a:r>
            <a:endParaRPr lang="en-US" sz="1899" dirty="0">
              <a:solidFill>
                <a:srgbClr val="FFFFF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638810" y="9210675"/>
            <a:ext cx="803474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 em: arial, tamanho  25 (mínimo) a 40 (máximo), justificado</a:t>
            </a:r>
          </a:p>
        </p:txBody>
      </p:sp>
      <p:sp>
        <p:nvSpPr>
          <p:cNvPr id="27" name="Freeform 27"/>
          <p:cNvSpPr/>
          <p:nvPr/>
        </p:nvSpPr>
        <p:spPr>
          <a:xfrm>
            <a:off x="9672886" y="-342901"/>
            <a:ext cx="8615114" cy="5081209"/>
          </a:xfrm>
          <a:custGeom>
            <a:avLst/>
            <a:gdLst/>
            <a:ahLst/>
            <a:cxnLst/>
            <a:rect l="l" t="t" r="r" b="b"/>
            <a:pathLst>
              <a:path w="1334707" h="733101">
                <a:moveTo>
                  <a:pt x="0" y="0"/>
                </a:moveTo>
                <a:lnTo>
                  <a:pt x="1334707" y="0"/>
                </a:lnTo>
                <a:lnTo>
                  <a:pt x="1334707" y="733101"/>
                </a:lnTo>
                <a:lnTo>
                  <a:pt x="0" y="733101"/>
                </a:lnTo>
                <a:close/>
              </a:path>
            </a:pathLst>
          </a:custGeom>
          <a:blipFill>
            <a:blip r:embed="rId2"/>
            <a:stretch>
              <a:fillRect t="-10763" r="-4422" b="-10763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0057055" y="434923"/>
            <a:ext cx="803474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Coloque uma imagem aqui, seguindo este mesmo formato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8212" y="-349271"/>
            <a:ext cx="18446212" cy="5081210"/>
            <a:chOff x="0" y="0"/>
            <a:chExt cx="4858262" cy="13382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58262" cy="1338261"/>
            </a:xfrm>
            <a:custGeom>
              <a:avLst/>
              <a:gdLst/>
              <a:ahLst/>
              <a:cxnLst/>
              <a:rect l="l" t="t" r="r" b="b"/>
              <a:pathLst>
                <a:path w="4858262" h="1338261">
                  <a:moveTo>
                    <a:pt x="0" y="0"/>
                  </a:moveTo>
                  <a:lnTo>
                    <a:pt x="4858262" y="0"/>
                  </a:lnTo>
                  <a:lnTo>
                    <a:pt x="4858262" y="1338261"/>
                  </a:lnTo>
                  <a:lnTo>
                    <a:pt x="0" y="1338261"/>
                  </a:lnTo>
                  <a:close/>
                </a:path>
              </a:pathLst>
            </a:custGeom>
            <a:solidFill>
              <a:srgbClr val="6B78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58262" cy="1376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rgbClr val="6B787E"/>
                </a:solidFill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8212" y="-349271"/>
            <a:ext cx="652196" cy="5081210"/>
            <a:chOff x="0" y="0"/>
            <a:chExt cx="171772" cy="13382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772" cy="1338261"/>
            </a:xfrm>
            <a:custGeom>
              <a:avLst/>
              <a:gdLst/>
              <a:ahLst/>
              <a:cxnLst/>
              <a:rect l="l" t="t" r="r" b="b"/>
              <a:pathLst>
                <a:path w="171772" h="1338261">
                  <a:moveTo>
                    <a:pt x="0" y="0"/>
                  </a:moveTo>
                  <a:lnTo>
                    <a:pt x="171772" y="0"/>
                  </a:lnTo>
                  <a:lnTo>
                    <a:pt x="171772" y="1338261"/>
                  </a:lnTo>
                  <a:lnTo>
                    <a:pt x="0" y="1338261"/>
                  </a:lnTo>
                  <a:close/>
                </a:path>
              </a:pathLst>
            </a:custGeom>
            <a:solidFill>
              <a:srgbClr val="AE0F0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1772" cy="1376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72886" y="-349271"/>
            <a:ext cx="8615114" cy="5081210"/>
            <a:chOff x="0" y="0"/>
            <a:chExt cx="2269001" cy="13382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9001" cy="1338261"/>
            </a:xfrm>
            <a:custGeom>
              <a:avLst/>
              <a:gdLst/>
              <a:ahLst/>
              <a:cxnLst/>
              <a:rect l="l" t="t" r="r" b="b"/>
              <a:pathLst>
                <a:path w="2269001" h="1338261">
                  <a:moveTo>
                    <a:pt x="0" y="0"/>
                  </a:moveTo>
                  <a:lnTo>
                    <a:pt x="2269001" y="0"/>
                  </a:lnTo>
                  <a:lnTo>
                    <a:pt x="2269001" y="1338261"/>
                  </a:lnTo>
                  <a:lnTo>
                    <a:pt x="0" y="1338261"/>
                  </a:lnTo>
                  <a:close/>
                </a:path>
              </a:pathLst>
            </a:custGeom>
            <a:solidFill>
              <a:srgbClr val="6B787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69001" cy="1376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6185084"/>
            <a:ext cx="78829" cy="2565399"/>
            <a:chOff x="0" y="0"/>
            <a:chExt cx="20761" cy="67566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761" cy="675661"/>
            </a:xfrm>
            <a:custGeom>
              <a:avLst/>
              <a:gdLst/>
              <a:ahLst/>
              <a:cxnLst/>
              <a:rect l="l" t="t" r="r" b="b"/>
              <a:pathLst>
                <a:path w="20761" h="675661">
                  <a:moveTo>
                    <a:pt x="0" y="0"/>
                  </a:moveTo>
                  <a:lnTo>
                    <a:pt x="20761" y="0"/>
                  </a:lnTo>
                  <a:lnTo>
                    <a:pt x="20761" y="675661"/>
                  </a:lnTo>
                  <a:lnTo>
                    <a:pt x="0" y="675661"/>
                  </a:lnTo>
                  <a:close/>
                </a:path>
              </a:pathLst>
            </a:custGeom>
            <a:solidFill>
              <a:srgbClr val="AE0F0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761" cy="713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82484" y="6286500"/>
            <a:ext cx="15611788" cy="2184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Lorem ipsum dolor sit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amet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consectetur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adipiscing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elit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sed do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eiusmod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tempor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incididunt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labore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et dolore magna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aliqua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Lorem ipsum dolor sit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amet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consectetur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adipiscing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elit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sed do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eiusmod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tempor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incididunt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labore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et dolore magna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aliqua.Lorem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ipsum dolor sit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amet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consectetur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adipiscing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elit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sed do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eiusmod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tempor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incididunt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labore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et dolore magna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aliqua.Lorem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ipsum dolor sit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amet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consectetur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adipiscing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elit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sed do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eiusmod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tempor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incididunt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labore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et dolore magna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aliqua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9861" y="1499183"/>
            <a:ext cx="7669339" cy="1146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9861" y="2819541"/>
            <a:ext cx="8034746" cy="315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Título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em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: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arial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tamanho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40 (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mínimo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) a 70 (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máximo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),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centralizado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negrito</a:t>
            </a:r>
            <a:endParaRPr lang="en-US" sz="1899" dirty="0">
              <a:solidFill>
                <a:srgbClr val="FFFFF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638810" y="9210675"/>
            <a:ext cx="803474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 em: arial, tamanho  25 (mínimo) a 40 (máximo), justificado</a:t>
            </a:r>
          </a:p>
        </p:txBody>
      </p:sp>
      <p:sp>
        <p:nvSpPr>
          <p:cNvPr id="21" name="Freeform 27">
            <a:extLst>
              <a:ext uri="{FF2B5EF4-FFF2-40B4-BE49-F238E27FC236}">
                <a16:creationId xmlns:a16="http://schemas.microsoft.com/office/drawing/2014/main" id="{81902C89-CC2B-476F-89D8-68BAA760EA95}"/>
              </a:ext>
            </a:extLst>
          </p:cNvPr>
          <p:cNvSpPr/>
          <p:nvPr/>
        </p:nvSpPr>
        <p:spPr>
          <a:xfrm>
            <a:off x="9672886" y="-342901"/>
            <a:ext cx="8615114" cy="5081209"/>
          </a:xfrm>
          <a:custGeom>
            <a:avLst/>
            <a:gdLst/>
            <a:ahLst/>
            <a:cxnLst/>
            <a:rect l="l" t="t" r="r" b="b"/>
            <a:pathLst>
              <a:path w="1334707" h="733101">
                <a:moveTo>
                  <a:pt x="0" y="0"/>
                </a:moveTo>
                <a:lnTo>
                  <a:pt x="1334707" y="0"/>
                </a:lnTo>
                <a:lnTo>
                  <a:pt x="1334707" y="733101"/>
                </a:lnTo>
                <a:lnTo>
                  <a:pt x="0" y="733101"/>
                </a:lnTo>
                <a:close/>
              </a:path>
            </a:pathLst>
          </a:custGeom>
          <a:blipFill>
            <a:blip r:embed="rId2"/>
            <a:stretch>
              <a:fillRect t="-10763" r="-4422" b="-10763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102439" y="200232"/>
            <a:ext cx="803474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Coloque uma imagem aqui, seguindo este mesmo formato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10287000"/>
            <a:chOff x="0" y="0"/>
            <a:chExt cx="2449965" cy="28616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9965" cy="2861654"/>
            </a:xfrm>
            <a:custGeom>
              <a:avLst/>
              <a:gdLst/>
              <a:ahLst/>
              <a:cxnLst/>
              <a:rect l="l" t="t" r="r" b="b"/>
              <a:pathLst>
                <a:path w="2449965" h="2861654">
                  <a:moveTo>
                    <a:pt x="0" y="0"/>
                  </a:moveTo>
                  <a:lnTo>
                    <a:pt x="2449965" y="0"/>
                  </a:lnTo>
                  <a:lnTo>
                    <a:pt x="2449965" y="2861654"/>
                  </a:lnTo>
                  <a:lnTo>
                    <a:pt x="0" y="2861654"/>
                  </a:lnTo>
                  <a:close/>
                </a:path>
              </a:pathLst>
            </a:custGeom>
            <a:solidFill>
              <a:srgbClr val="6B78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49965" cy="2899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1" y="0"/>
            <a:ext cx="9144000" cy="10287000"/>
            <a:chOff x="0" y="0"/>
            <a:chExt cx="2566986" cy="28616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66986" cy="2861654"/>
            </a:xfrm>
            <a:custGeom>
              <a:avLst/>
              <a:gdLst/>
              <a:ahLst/>
              <a:cxnLst/>
              <a:rect l="l" t="t" r="r" b="b"/>
              <a:pathLst>
                <a:path w="2566986" h="2861654">
                  <a:moveTo>
                    <a:pt x="0" y="0"/>
                  </a:moveTo>
                  <a:lnTo>
                    <a:pt x="2566986" y="0"/>
                  </a:lnTo>
                  <a:lnTo>
                    <a:pt x="2566986" y="2861654"/>
                  </a:lnTo>
                  <a:lnTo>
                    <a:pt x="0" y="2861654"/>
                  </a:lnTo>
                  <a:close/>
                </a:path>
              </a:pathLst>
            </a:custGeom>
            <a:solidFill>
              <a:srgbClr val="AE0F0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66986" cy="2899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46547" y="2495501"/>
            <a:ext cx="5541519" cy="8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90548" y="2495501"/>
            <a:ext cx="5519400" cy="8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6547" y="4076700"/>
            <a:ext cx="5650042" cy="393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Lorem ipsum dolor sit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amet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consectetur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adipiscing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sed do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eiusmod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tempor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incididunt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labore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et dolore magna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aliqua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Ut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enim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ad minim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veniam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quis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nostrud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exercitation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ullamco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laboris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nisi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aliquip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ex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commodo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consequat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Duis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aute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irure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dolor in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reprehenderit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voluptate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velit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esse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cillum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dolore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eu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fugiat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nulla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pariatur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90548" y="4076700"/>
            <a:ext cx="5650042" cy="393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Lorem ipsum dolor sit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amet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consectetur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adipiscing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sed do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eiusmod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tempor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incididunt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labore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et dolore magna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aliqua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Ut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enim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ad minim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veniam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quis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nostrud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exercitation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ullamco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laboris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nisi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aliquip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ex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commodo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consequat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Duis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aute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irure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dolor in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reprehenderit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voluptate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velit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esse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cillum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dolore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eu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fugiat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nulla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pariatur</a:t>
            </a:r>
            <a:r>
              <a:rPr lang="en-US" sz="24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589200" y="3543300"/>
            <a:ext cx="5807389" cy="0"/>
          </a:xfrm>
          <a:prstGeom prst="line">
            <a:avLst/>
          </a:prstGeom>
          <a:ln w="1905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0890548" y="3543300"/>
            <a:ext cx="5807389" cy="0"/>
          </a:xfrm>
          <a:prstGeom prst="line">
            <a:avLst/>
          </a:prstGeom>
          <a:ln w="1905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5012402" y="981075"/>
            <a:ext cx="803474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Título</a:t>
            </a:r>
            <a:r>
              <a:rPr lang="en-US" sz="18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8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8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arial</a:t>
            </a:r>
            <a:r>
              <a:rPr lang="en-US" sz="18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tamanho</a:t>
            </a:r>
            <a:r>
              <a:rPr lang="en-US" sz="18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40 (</a:t>
            </a:r>
            <a:r>
              <a:rPr lang="en-US" sz="18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mínimo</a:t>
            </a:r>
            <a:r>
              <a:rPr lang="en-US" sz="18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 a 70 (</a:t>
            </a:r>
            <a:r>
              <a:rPr lang="en-US" sz="18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máximo</a:t>
            </a:r>
            <a:r>
              <a:rPr lang="en-US" sz="18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lang="en-US" sz="18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centralizado</a:t>
            </a:r>
            <a:r>
              <a:rPr lang="en-US" sz="18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negrito</a:t>
            </a:r>
            <a:endParaRPr lang="en-US" sz="1899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638810" y="9210675"/>
            <a:ext cx="803474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r>
              <a:rPr lang="en-US" sz="18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8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8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arial</a:t>
            </a:r>
            <a:r>
              <a:rPr lang="en-US" sz="18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tamanho</a:t>
            </a:r>
            <a:r>
              <a:rPr lang="en-US" sz="18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25 (</a:t>
            </a:r>
            <a:r>
              <a:rPr lang="en-US" sz="18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mínimo</a:t>
            </a:r>
            <a:r>
              <a:rPr lang="en-US" sz="18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 a 40 (</a:t>
            </a:r>
            <a:r>
              <a:rPr lang="en-US" sz="18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máximo</a:t>
            </a:r>
            <a:r>
              <a:rPr lang="en-US" sz="18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lang="en-US" sz="18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justificado</a:t>
            </a:r>
            <a:endParaRPr lang="en-US" sz="1899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10287000"/>
            <a:chOff x="0" y="0"/>
            <a:chExt cx="2449965" cy="28616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9965" cy="2861654"/>
            </a:xfrm>
            <a:custGeom>
              <a:avLst/>
              <a:gdLst/>
              <a:ahLst/>
              <a:cxnLst/>
              <a:rect l="l" t="t" r="r" b="b"/>
              <a:pathLst>
                <a:path w="2449965" h="2861654">
                  <a:moveTo>
                    <a:pt x="0" y="0"/>
                  </a:moveTo>
                  <a:lnTo>
                    <a:pt x="2449965" y="0"/>
                  </a:lnTo>
                  <a:lnTo>
                    <a:pt x="2449965" y="2861654"/>
                  </a:lnTo>
                  <a:lnTo>
                    <a:pt x="0" y="2861654"/>
                  </a:lnTo>
                  <a:close/>
                </a:path>
              </a:pathLst>
            </a:custGeom>
            <a:solidFill>
              <a:srgbClr val="6B78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49965" cy="2899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0"/>
            <a:ext cx="457862" cy="10286995"/>
            <a:chOff x="0" y="0"/>
            <a:chExt cx="120589" cy="28616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0589" cy="2861654"/>
            </a:xfrm>
            <a:custGeom>
              <a:avLst/>
              <a:gdLst/>
              <a:ahLst/>
              <a:cxnLst/>
              <a:rect l="l" t="t" r="r" b="b"/>
              <a:pathLst>
                <a:path w="120589" h="2861654">
                  <a:moveTo>
                    <a:pt x="0" y="0"/>
                  </a:moveTo>
                  <a:lnTo>
                    <a:pt x="120589" y="0"/>
                  </a:lnTo>
                  <a:lnTo>
                    <a:pt x="120589" y="2861654"/>
                  </a:lnTo>
                  <a:lnTo>
                    <a:pt x="0" y="2861654"/>
                  </a:lnTo>
                  <a:close/>
                </a:path>
              </a:pathLst>
            </a:custGeom>
            <a:solidFill>
              <a:srgbClr val="AE0F0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0589" cy="2899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61402" y="981075"/>
            <a:ext cx="8034746" cy="315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Título em: arial, tamanho 40 (mínimo) a 70 (máximo), centralizado, negrito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39547" y="9377084"/>
            <a:ext cx="803474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 em: arial, tamanho  25 (mínimo) a 40 (máximo), justificado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5D9E72CC-ABDB-4E4B-AEAC-732FA6A6A9B7}"/>
              </a:ext>
            </a:extLst>
          </p:cNvPr>
          <p:cNvSpPr txBox="1"/>
          <p:nvPr/>
        </p:nvSpPr>
        <p:spPr>
          <a:xfrm>
            <a:off x="1746547" y="4178300"/>
            <a:ext cx="5650042" cy="400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Lorem ipsum dolor sit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amet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consectetur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adipiscing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elit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sed do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eiusmod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tempor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incididunt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labore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et dolore magna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aliqua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Ut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enim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ad minim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veniam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quis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nostrud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exercitation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ullamco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laboris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nisi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aliquip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ea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commodo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consequat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Duis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aute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irure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 in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reprehenderit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in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voluptate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velit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esse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cillum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dolore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eu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fugiat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nulla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pariatur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147F1395-AE1B-43E9-B60E-7DD998843667}"/>
              </a:ext>
            </a:extLst>
          </p:cNvPr>
          <p:cNvSpPr txBox="1"/>
          <p:nvPr/>
        </p:nvSpPr>
        <p:spPr>
          <a:xfrm>
            <a:off x="10890548" y="4178300"/>
            <a:ext cx="5650042" cy="400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Lorem ipsum dolor sit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amet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consectetur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adipiscing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elit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sed do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eiusmod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tempor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incididunt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labore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et dolore magna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aliqua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Ut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enim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ad minim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veniam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quis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nostrud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exercitation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ullamco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laboris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nisi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aliquip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ea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commodo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consequat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Duis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aute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irure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 in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reprehenderit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in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voluptate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velit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esse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cillum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dolore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eu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fugiat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nulla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pariatur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4559743F-30FC-4F46-842B-64C371BE931A}"/>
              </a:ext>
            </a:extLst>
          </p:cNvPr>
          <p:cNvSpPr txBox="1"/>
          <p:nvPr/>
        </p:nvSpPr>
        <p:spPr>
          <a:xfrm>
            <a:off x="1746547" y="2495501"/>
            <a:ext cx="5541519" cy="8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48EDAA76-8444-491C-874D-D6DD786C7B54}"/>
              </a:ext>
            </a:extLst>
          </p:cNvPr>
          <p:cNvSpPr txBox="1"/>
          <p:nvPr/>
        </p:nvSpPr>
        <p:spPr>
          <a:xfrm>
            <a:off x="10890548" y="2495501"/>
            <a:ext cx="5519400" cy="8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dirty="0">
                <a:solidFill>
                  <a:srgbClr val="AE0F0A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3E8D1EEB-4679-4627-B043-ACD0D83ED372}"/>
              </a:ext>
            </a:extLst>
          </p:cNvPr>
          <p:cNvSpPr/>
          <p:nvPr/>
        </p:nvSpPr>
        <p:spPr>
          <a:xfrm>
            <a:off x="1589200" y="3543300"/>
            <a:ext cx="5807389" cy="0"/>
          </a:xfrm>
          <a:prstGeom prst="line">
            <a:avLst/>
          </a:prstGeom>
          <a:ln w="1905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038F1F3E-ED18-496A-8E70-2EF5B8FEF812}"/>
              </a:ext>
            </a:extLst>
          </p:cNvPr>
          <p:cNvSpPr/>
          <p:nvPr/>
        </p:nvSpPr>
        <p:spPr>
          <a:xfrm>
            <a:off x="10890548" y="3543300"/>
            <a:ext cx="5807389" cy="0"/>
          </a:xfrm>
          <a:prstGeom prst="line">
            <a:avLst/>
          </a:prstGeom>
          <a:ln w="19050" cap="flat">
            <a:solidFill>
              <a:srgbClr val="AE0F0A"/>
            </a:solidFill>
            <a:prstDash val="sysDash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10287000"/>
            <a:chOff x="0" y="0"/>
            <a:chExt cx="2449965" cy="28616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9965" cy="2861654"/>
            </a:xfrm>
            <a:custGeom>
              <a:avLst/>
              <a:gdLst/>
              <a:ahLst/>
              <a:cxnLst/>
              <a:rect l="l" t="t" r="r" b="b"/>
              <a:pathLst>
                <a:path w="2449965" h="2861654">
                  <a:moveTo>
                    <a:pt x="0" y="0"/>
                  </a:moveTo>
                  <a:lnTo>
                    <a:pt x="2449965" y="0"/>
                  </a:lnTo>
                  <a:lnTo>
                    <a:pt x="2449965" y="2861654"/>
                  </a:lnTo>
                  <a:lnTo>
                    <a:pt x="0" y="2861654"/>
                  </a:lnTo>
                  <a:close/>
                </a:path>
              </a:pathLst>
            </a:custGeom>
            <a:solidFill>
              <a:srgbClr val="AE0F0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49965" cy="2899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0"/>
            <a:ext cx="457862" cy="10286995"/>
            <a:chOff x="0" y="0"/>
            <a:chExt cx="120589" cy="28616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0589" cy="2861654"/>
            </a:xfrm>
            <a:custGeom>
              <a:avLst/>
              <a:gdLst/>
              <a:ahLst/>
              <a:cxnLst/>
              <a:rect l="l" t="t" r="r" b="b"/>
              <a:pathLst>
                <a:path w="120589" h="2861654">
                  <a:moveTo>
                    <a:pt x="0" y="0"/>
                  </a:moveTo>
                  <a:lnTo>
                    <a:pt x="120589" y="0"/>
                  </a:lnTo>
                  <a:lnTo>
                    <a:pt x="120589" y="2861654"/>
                  </a:lnTo>
                  <a:lnTo>
                    <a:pt x="0" y="2861654"/>
                  </a:lnTo>
                  <a:close/>
                </a:path>
              </a:pathLst>
            </a:custGeom>
            <a:solidFill>
              <a:srgbClr val="6B78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0589" cy="2899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61402" y="981075"/>
            <a:ext cx="803474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Título em: arial, tamanho 40 (mínimo) a 70 (máximo), centralizado, negrito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39547" y="9377084"/>
            <a:ext cx="803474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 em: arial, tamanho  25 (mínimo) a 40 (máximo), justificado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6EF0BD44-C977-4DB6-8FE2-72DF2750AA55}"/>
              </a:ext>
            </a:extLst>
          </p:cNvPr>
          <p:cNvSpPr txBox="1"/>
          <p:nvPr/>
        </p:nvSpPr>
        <p:spPr>
          <a:xfrm>
            <a:off x="1746547" y="4178300"/>
            <a:ext cx="5650042" cy="400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Lorem ipsum dolor sit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amet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consectetur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adipiscing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elit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sed do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eiusmod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tempor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incididunt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labore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et dolore magna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aliqua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Ut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enim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ad minim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veniam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quis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nostrud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exercitation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ullamco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laboris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nisi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aliquip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ea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commodo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consequat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Duis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aute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irure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 in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reprehenderit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in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voluptate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velit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esse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cillum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dolore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eu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fugiat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nulla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pariatur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9BDFBDC0-9DE4-4167-8FD1-DFAA9B0929F7}"/>
              </a:ext>
            </a:extLst>
          </p:cNvPr>
          <p:cNvSpPr txBox="1"/>
          <p:nvPr/>
        </p:nvSpPr>
        <p:spPr>
          <a:xfrm>
            <a:off x="10890548" y="4178300"/>
            <a:ext cx="5650042" cy="400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Lorem ipsum dolor sit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amet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consectetur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adipiscing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elit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sed do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eiusmod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tempor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incididunt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labore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et dolore magna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aliqua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Ut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enim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ad minim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veniam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quis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nostrud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exercitation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ullamco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laboris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nisi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aliquip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ea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commodo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consequat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Duis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aute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irure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 in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reprehenderit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in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voluptate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velit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esse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cillum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dolore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eu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fugiat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nulla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pariatur</a:t>
            </a:r>
            <a:r>
              <a:rPr lang="en-US" sz="2499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ECA1DD97-50D2-4060-8AA8-9F9E1EF190FC}"/>
              </a:ext>
            </a:extLst>
          </p:cNvPr>
          <p:cNvSpPr txBox="1"/>
          <p:nvPr/>
        </p:nvSpPr>
        <p:spPr>
          <a:xfrm>
            <a:off x="1746547" y="2495501"/>
            <a:ext cx="5541519" cy="8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F8AFFBC2-AB5C-4455-9ED2-CE03027E18C6}"/>
              </a:ext>
            </a:extLst>
          </p:cNvPr>
          <p:cNvSpPr txBox="1"/>
          <p:nvPr/>
        </p:nvSpPr>
        <p:spPr>
          <a:xfrm>
            <a:off x="10890548" y="2495501"/>
            <a:ext cx="5519400" cy="819199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dirty="0">
                <a:solidFill>
                  <a:srgbClr val="6B787E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22" name="AutoShape 12">
            <a:extLst>
              <a:ext uri="{FF2B5EF4-FFF2-40B4-BE49-F238E27FC236}">
                <a16:creationId xmlns:a16="http://schemas.microsoft.com/office/drawing/2014/main" id="{6B9D8940-71A7-44EF-9DD0-5B6B41DE3B12}"/>
              </a:ext>
            </a:extLst>
          </p:cNvPr>
          <p:cNvSpPr/>
          <p:nvPr/>
        </p:nvSpPr>
        <p:spPr>
          <a:xfrm>
            <a:off x="1589200" y="3543300"/>
            <a:ext cx="5807389" cy="0"/>
          </a:xfrm>
          <a:prstGeom prst="line">
            <a:avLst/>
          </a:prstGeom>
          <a:ln w="1905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23" name="AutoShape 13">
            <a:extLst>
              <a:ext uri="{FF2B5EF4-FFF2-40B4-BE49-F238E27FC236}">
                <a16:creationId xmlns:a16="http://schemas.microsoft.com/office/drawing/2014/main" id="{A369A956-EE5A-4B5A-A7B2-9A167FAF7BAB}"/>
              </a:ext>
            </a:extLst>
          </p:cNvPr>
          <p:cNvSpPr/>
          <p:nvPr/>
        </p:nvSpPr>
        <p:spPr>
          <a:xfrm>
            <a:off x="10890548" y="3543300"/>
            <a:ext cx="5807389" cy="0"/>
          </a:xfrm>
          <a:prstGeom prst="line">
            <a:avLst/>
          </a:prstGeom>
          <a:ln w="19050" cap="flat">
            <a:solidFill>
              <a:srgbClr val="6B787E"/>
            </a:solidFill>
            <a:prstDash val="sysDash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flipV="1">
            <a:off x="1559905" y="2017682"/>
            <a:ext cx="16230600" cy="0"/>
          </a:xfrm>
          <a:prstGeom prst="line">
            <a:avLst/>
          </a:prstGeom>
          <a:ln w="19050" cap="flat">
            <a:solidFill>
              <a:srgbClr val="595858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F22D62C3-068D-41E8-AA8A-81F1F3A19C50}"/>
              </a:ext>
            </a:extLst>
          </p:cNvPr>
          <p:cNvSpPr/>
          <p:nvPr/>
        </p:nvSpPr>
        <p:spPr>
          <a:xfrm>
            <a:off x="11904593" y="-19050"/>
            <a:ext cx="6383407" cy="10306050"/>
          </a:xfrm>
          <a:custGeom>
            <a:avLst/>
            <a:gdLst/>
            <a:ahLst/>
            <a:cxnLst/>
            <a:rect l="l" t="t" r="r" b="b"/>
            <a:pathLst>
              <a:path w="1218427" h="996190">
                <a:moveTo>
                  <a:pt x="0" y="0"/>
                </a:moveTo>
                <a:lnTo>
                  <a:pt x="1218427" y="0"/>
                </a:lnTo>
                <a:lnTo>
                  <a:pt x="1218427" y="996190"/>
                </a:lnTo>
                <a:lnTo>
                  <a:pt x="0" y="996190"/>
                </a:lnTo>
                <a:close/>
              </a:path>
            </a:pathLst>
          </a:custGeom>
          <a:blipFill>
            <a:blip r:embed="rId2"/>
            <a:stretch>
              <a:fillRect l="-122398" t="-45109" r="-124424"/>
            </a:stretch>
          </a:blipFill>
        </p:spPr>
      </p:sp>
      <p:sp>
        <p:nvSpPr>
          <p:cNvPr id="2" name="TextBox 2"/>
          <p:cNvSpPr txBox="1"/>
          <p:nvPr/>
        </p:nvSpPr>
        <p:spPr>
          <a:xfrm>
            <a:off x="1559905" y="842683"/>
            <a:ext cx="9660545" cy="1032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69"/>
              </a:lnSpc>
            </a:pPr>
            <a:r>
              <a:rPr lang="en-US" sz="6999" b="1" dirty="0">
                <a:solidFill>
                  <a:srgbClr val="6B787E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58212" y="-349271"/>
            <a:ext cx="720947" cy="10865343"/>
            <a:chOff x="0" y="0"/>
            <a:chExt cx="189879" cy="28616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9879" cy="2861654"/>
            </a:xfrm>
            <a:custGeom>
              <a:avLst/>
              <a:gdLst/>
              <a:ahLst/>
              <a:cxnLst/>
              <a:rect l="l" t="t" r="r" b="b"/>
              <a:pathLst>
                <a:path w="189879" h="2861654">
                  <a:moveTo>
                    <a:pt x="0" y="0"/>
                  </a:moveTo>
                  <a:lnTo>
                    <a:pt x="189879" y="0"/>
                  </a:lnTo>
                  <a:lnTo>
                    <a:pt x="189879" y="2861654"/>
                  </a:lnTo>
                  <a:lnTo>
                    <a:pt x="0" y="2861654"/>
                  </a:lnTo>
                  <a:close/>
                </a:path>
              </a:pathLst>
            </a:custGeom>
            <a:solidFill>
              <a:srgbClr val="AE0F0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9879" cy="2899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59905" y="2453863"/>
            <a:ext cx="9641495" cy="5795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Lorem ipsum dolor sit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amet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consectetur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adipiscing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elit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sed do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eiusmod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tempor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incididunt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et dolore magna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aliqua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Ut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enim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ad minim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veniam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quis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nostrud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exercitation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ullamco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laboris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nisi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aliquip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ea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commodo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consequat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Duis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aute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irure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 in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reprehenderit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in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voluptate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velit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esse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cillum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dolore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eu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fugiat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nulla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pariatur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</a:t>
            </a:r>
          </a:p>
          <a:p>
            <a:pPr algn="just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Lorem ipsum dolor sit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amet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consectetur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adipiscing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elit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sed do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eiusmod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tempor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incididunt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et dolore magna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aliqua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Ut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enim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ad minim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veniam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quis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nostrud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exercitation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ullamco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laboris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nisi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aliquip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ea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commodo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consequat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Duis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aute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irure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 in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reprehenderit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in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voluptate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velit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esse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cillum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dolore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eu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fugiat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nulla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pariatur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20450" y="346624"/>
            <a:ext cx="803474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Coloque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seguindo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mesmo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formato</a:t>
            </a:r>
            <a:endParaRPr lang="en-US"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59905" y="8925560"/>
            <a:ext cx="803474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 em: arial, tamanho  25 (mínimo) a 40 (máximo), justificado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8212" y="0"/>
            <a:ext cx="6572219" cy="10287000"/>
            <a:chOff x="0" y="0"/>
            <a:chExt cx="1730955" cy="28013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0955" cy="2801322"/>
            </a:xfrm>
            <a:custGeom>
              <a:avLst/>
              <a:gdLst/>
              <a:ahLst/>
              <a:cxnLst/>
              <a:rect l="l" t="t" r="r" b="b"/>
              <a:pathLst>
                <a:path w="1730955" h="2801322">
                  <a:moveTo>
                    <a:pt x="0" y="0"/>
                  </a:moveTo>
                  <a:lnTo>
                    <a:pt x="1730955" y="0"/>
                  </a:lnTo>
                  <a:lnTo>
                    <a:pt x="1730955" y="2801322"/>
                  </a:lnTo>
                  <a:lnTo>
                    <a:pt x="0" y="2801322"/>
                  </a:lnTo>
                  <a:close/>
                </a:path>
              </a:pathLst>
            </a:custGeom>
            <a:solidFill>
              <a:srgbClr val="6B78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30955" cy="2839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238841"/>
            <a:ext cx="6414007" cy="6048159"/>
            <a:chOff x="0" y="0"/>
            <a:chExt cx="993698" cy="9370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93697" cy="937018"/>
            </a:xfrm>
            <a:custGeom>
              <a:avLst/>
              <a:gdLst/>
              <a:ahLst/>
              <a:cxnLst/>
              <a:rect l="l" t="t" r="r" b="b"/>
              <a:pathLst>
                <a:path w="993697" h="937018">
                  <a:moveTo>
                    <a:pt x="0" y="0"/>
                  </a:moveTo>
                  <a:lnTo>
                    <a:pt x="993697" y="0"/>
                  </a:lnTo>
                  <a:lnTo>
                    <a:pt x="993697" y="937018"/>
                  </a:lnTo>
                  <a:lnTo>
                    <a:pt x="0" y="937018"/>
                  </a:lnTo>
                  <a:close/>
                </a:path>
              </a:pathLst>
            </a:custGeom>
            <a:blipFill>
              <a:blip r:embed="rId2"/>
              <a:stretch>
                <a:fillRect l="-32175" r="-3217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-158212" y="-1"/>
            <a:ext cx="683444" cy="10287001"/>
            <a:chOff x="0" y="0"/>
            <a:chExt cx="180002" cy="29019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0002" cy="2901914"/>
            </a:xfrm>
            <a:custGeom>
              <a:avLst/>
              <a:gdLst/>
              <a:ahLst/>
              <a:cxnLst/>
              <a:rect l="l" t="t" r="r" b="b"/>
              <a:pathLst>
                <a:path w="180002" h="2901914">
                  <a:moveTo>
                    <a:pt x="0" y="0"/>
                  </a:moveTo>
                  <a:lnTo>
                    <a:pt x="180002" y="0"/>
                  </a:lnTo>
                  <a:lnTo>
                    <a:pt x="180002" y="2901914"/>
                  </a:lnTo>
                  <a:lnTo>
                    <a:pt x="0" y="2901914"/>
                  </a:lnTo>
                  <a:close/>
                </a:path>
              </a:pathLst>
            </a:custGeom>
            <a:solidFill>
              <a:srgbClr val="AE0F0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80002" cy="2940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417320" y="1013985"/>
            <a:ext cx="3724174" cy="783052"/>
          </a:xfrm>
          <a:custGeom>
            <a:avLst/>
            <a:gdLst/>
            <a:ahLst/>
            <a:cxnLst/>
            <a:rect l="l" t="t" r="r" b="b"/>
            <a:pathLst>
              <a:path w="980852" h="168136">
                <a:moveTo>
                  <a:pt x="0" y="0"/>
                </a:moveTo>
                <a:lnTo>
                  <a:pt x="980852" y="0"/>
                </a:lnTo>
                <a:lnTo>
                  <a:pt x="980852" y="168136"/>
                </a:lnTo>
                <a:lnTo>
                  <a:pt x="0" y="168136"/>
                </a:lnTo>
                <a:close/>
              </a:path>
            </a:pathLst>
          </a:custGeom>
          <a:solidFill>
            <a:srgbClr val="AE0F0A"/>
          </a:solidFill>
        </p:spPr>
      </p:sp>
      <p:sp>
        <p:nvSpPr>
          <p:cNvPr id="12" name="TextBox 12"/>
          <p:cNvSpPr txBox="1"/>
          <p:nvPr/>
        </p:nvSpPr>
        <p:spPr>
          <a:xfrm>
            <a:off x="7417320" y="836544"/>
            <a:ext cx="3724174" cy="96049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3075069" y="1158645"/>
            <a:ext cx="3724174" cy="638391"/>
          </a:xfrm>
          <a:custGeom>
            <a:avLst/>
            <a:gdLst/>
            <a:ahLst/>
            <a:cxnLst/>
            <a:rect l="l" t="t" r="r" b="b"/>
            <a:pathLst>
              <a:path w="980852" h="168136">
                <a:moveTo>
                  <a:pt x="0" y="0"/>
                </a:moveTo>
                <a:lnTo>
                  <a:pt x="980852" y="0"/>
                </a:lnTo>
                <a:lnTo>
                  <a:pt x="980852" y="168136"/>
                </a:lnTo>
                <a:lnTo>
                  <a:pt x="0" y="168136"/>
                </a:lnTo>
                <a:close/>
              </a:path>
            </a:pathLst>
          </a:custGeom>
          <a:solidFill>
            <a:srgbClr val="6B787E"/>
          </a:solidFill>
        </p:spPr>
      </p:sp>
      <p:sp>
        <p:nvSpPr>
          <p:cNvPr id="15" name="TextBox 15"/>
          <p:cNvSpPr txBox="1"/>
          <p:nvPr/>
        </p:nvSpPr>
        <p:spPr>
          <a:xfrm>
            <a:off x="13075069" y="1013984"/>
            <a:ext cx="3724174" cy="783052"/>
          </a:xfrm>
          <a:prstGeom prst="rect">
            <a:avLst/>
          </a:prstGeom>
          <a:solidFill>
            <a:srgbClr val="6B787E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7753223" y="1232387"/>
            <a:ext cx="2718840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445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10972" y="1232386"/>
            <a:ext cx="2718840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445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17320" y="2075344"/>
            <a:ext cx="3630320" cy="2632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Lorem ipsum dolor sit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amet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consectetur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adipiscing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elit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sed do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eiusmod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tempor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incididunt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labore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et dolore magna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aliqua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75069" y="2075344"/>
            <a:ext cx="3724174" cy="2632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17320" y="6405233"/>
            <a:ext cx="3630320" cy="2632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Lorem ipsum dolor sit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amet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consectetur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adipiscing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elit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sed do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eiusmod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tempor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incididunt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labore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et dolore magna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aliqua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075069" y="6405233"/>
            <a:ext cx="3724174" cy="2632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Lorem ipsum dolor sit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amet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consectetur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adipiscing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elit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sed do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eiusmod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tempor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incididunt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labore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et dolore magna </a:t>
            </a:r>
            <a:r>
              <a:rPr 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aliqua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79981" y="1486382"/>
            <a:ext cx="4535019" cy="1064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79980" y="2758604"/>
            <a:ext cx="4975737" cy="666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Título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em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: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arial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tamanho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40 (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mínimo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) </a:t>
            </a:r>
          </a:p>
          <a:p>
            <a:pPr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 70 (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máximo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),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centralizado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negrito</a:t>
            </a:r>
            <a:endParaRPr lang="en-US" sz="1899" dirty="0">
              <a:solidFill>
                <a:srgbClr val="FFFFF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577629" y="9465932"/>
            <a:ext cx="803474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 em: arial, tamanho  25 (mínimo) a 40 (máximo), justificado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-547754" y="4542001"/>
            <a:ext cx="803474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Coloque uma imagem aqui, seguindo este mesmo formato</a:t>
            </a:r>
          </a:p>
        </p:txBody>
      </p:sp>
      <p:sp>
        <p:nvSpPr>
          <p:cNvPr id="34" name="Freeform 11">
            <a:extLst>
              <a:ext uri="{FF2B5EF4-FFF2-40B4-BE49-F238E27FC236}">
                <a16:creationId xmlns:a16="http://schemas.microsoft.com/office/drawing/2014/main" id="{AC580C91-BC6D-440A-9F1E-29C115666F65}"/>
              </a:ext>
            </a:extLst>
          </p:cNvPr>
          <p:cNvSpPr/>
          <p:nvPr/>
        </p:nvSpPr>
        <p:spPr>
          <a:xfrm>
            <a:off x="7417320" y="5407868"/>
            <a:ext cx="3724174" cy="783052"/>
          </a:xfrm>
          <a:custGeom>
            <a:avLst/>
            <a:gdLst/>
            <a:ahLst/>
            <a:cxnLst/>
            <a:rect l="l" t="t" r="r" b="b"/>
            <a:pathLst>
              <a:path w="980852" h="168136">
                <a:moveTo>
                  <a:pt x="0" y="0"/>
                </a:moveTo>
                <a:lnTo>
                  <a:pt x="980852" y="0"/>
                </a:lnTo>
                <a:lnTo>
                  <a:pt x="980852" y="168136"/>
                </a:lnTo>
                <a:lnTo>
                  <a:pt x="0" y="168136"/>
                </a:lnTo>
                <a:close/>
              </a:path>
            </a:pathLst>
          </a:custGeom>
          <a:solidFill>
            <a:srgbClr val="AE0F0A"/>
          </a:solidFill>
        </p:spPr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662AC124-CAEF-4B15-9777-A37313634D3B}"/>
              </a:ext>
            </a:extLst>
          </p:cNvPr>
          <p:cNvSpPr txBox="1"/>
          <p:nvPr/>
        </p:nvSpPr>
        <p:spPr>
          <a:xfrm>
            <a:off x="13075069" y="5407867"/>
            <a:ext cx="3724174" cy="783052"/>
          </a:xfrm>
          <a:prstGeom prst="rect">
            <a:avLst/>
          </a:prstGeom>
          <a:solidFill>
            <a:srgbClr val="6B787E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36" name="TextBox 16">
            <a:extLst>
              <a:ext uri="{FF2B5EF4-FFF2-40B4-BE49-F238E27FC236}">
                <a16:creationId xmlns:a16="http://schemas.microsoft.com/office/drawing/2014/main" id="{D7C01156-E107-4B31-AB49-CF235109C07A}"/>
              </a:ext>
            </a:extLst>
          </p:cNvPr>
          <p:cNvSpPr txBox="1"/>
          <p:nvPr/>
        </p:nvSpPr>
        <p:spPr>
          <a:xfrm>
            <a:off x="7753223" y="5626270"/>
            <a:ext cx="2718840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445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50160086-C8BE-4E61-98CD-C218A944DC5F}"/>
              </a:ext>
            </a:extLst>
          </p:cNvPr>
          <p:cNvSpPr txBox="1"/>
          <p:nvPr/>
        </p:nvSpPr>
        <p:spPr>
          <a:xfrm>
            <a:off x="13410972" y="5626269"/>
            <a:ext cx="2718840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445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75555" y="0"/>
            <a:ext cx="8012445" cy="5368270"/>
            <a:chOff x="0" y="0"/>
            <a:chExt cx="2110274" cy="15058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10274" cy="1505854"/>
            </a:xfrm>
            <a:custGeom>
              <a:avLst/>
              <a:gdLst/>
              <a:ahLst/>
              <a:cxnLst/>
              <a:rect l="l" t="t" r="r" b="b"/>
              <a:pathLst>
                <a:path w="2110274" h="1505854">
                  <a:moveTo>
                    <a:pt x="0" y="0"/>
                  </a:moveTo>
                  <a:lnTo>
                    <a:pt x="2110274" y="0"/>
                  </a:lnTo>
                  <a:lnTo>
                    <a:pt x="2110274" y="1505854"/>
                  </a:lnTo>
                  <a:lnTo>
                    <a:pt x="0" y="1505854"/>
                  </a:lnTo>
                  <a:close/>
                </a:path>
              </a:pathLst>
            </a:custGeom>
            <a:solidFill>
              <a:srgbClr val="AE0F0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10274" cy="1543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75555" y="5368270"/>
            <a:ext cx="8012445" cy="4918730"/>
            <a:chOff x="0" y="0"/>
            <a:chExt cx="1241337" cy="762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1337" cy="762040"/>
            </a:xfrm>
            <a:custGeom>
              <a:avLst/>
              <a:gdLst/>
              <a:ahLst/>
              <a:cxnLst/>
              <a:rect l="l" t="t" r="r" b="b"/>
              <a:pathLst>
                <a:path w="1241337" h="762040">
                  <a:moveTo>
                    <a:pt x="0" y="0"/>
                  </a:moveTo>
                  <a:lnTo>
                    <a:pt x="1241337" y="0"/>
                  </a:lnTo>
                  <a:lnTo>
                    <a:pt x="1241337" y="762040"/>
                  </a:lnTo>
                  <a:lnTo>
                    <a:pt x="0" y="762040"/>
                  </a:lnTo>
                  <a:close/>
                </a:path>
              </a:pathLst>
            </a:custGeom>
            <a:blipFill>
              <a:blip r:embed="rId2"/>
              <a:stretch>
                <a:fillRect t="-4366" b="-436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7635804" y="0"/>
            <a:ext cx="652196" cy="10287000"/>
            <a:chOff x="0" y="0"/>
            <a:chExt cx="171772" cy="28013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1772" cy="2801322"/>
            </a:xfrm>
            <a:custGeom>
              <a:avLst/>
              <a:gdLst/>
              <a:ahLst/>
              <a:cxnLst/>
              <a:rect l="l" t="t" r="r" b="b"/>
              <a:pathLst>
                <a:path w="171772" h="2801322">
                  <a:moveTo>
                    <a:pt x="0" y="0"/>
                  </a:moveTo>
                  <a:lnTo>
                    <a:pt x="171772" y="0"/>
                  </a:lnTo>
                  <a:lnTo>
                    <a:pt x="171772" y="2801322"/>
                  </a:lnTo>
                  <a:lnTo>
                    <a:pt x="0" y="2801322"/>
                  </a:lnTo>
                  <a:close/>
                </a:path>
              </a:pathLst>
            </a:custGeom>
            <a:solidFill>
              <a:srgbClr val="6B787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1772" cy="2839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943036" y="1611711"/>
            <a:ext cx="6055271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711"/>
              </a:lnSpc>
            </a:pPr>
            <a:r>
              <a:rPr lang="en-US" sz="7000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0494" y="981075"/>
            <a:ext cx="7649872" cy="7968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Lorem ipsum dolor sit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amet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consectetur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adipiscing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elit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sed do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eiusmod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tempor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incididunt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labore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et dolore magna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aliqua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Ut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enim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ad minim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veniam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quis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nostrud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exercitation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ullamco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laboris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nisi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aliquip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ex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ea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commodo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consequat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Duis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aute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irure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dolor in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reprehenderit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in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voluptate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velit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esse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cillum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dolore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eu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fugiat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nulla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pariatur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</a:t>
            </a:r>
          </a:p>
          <a:p>
            <a:pPr algn="just">
              <a:lnSpc>
                <a:spcPts val="3270"/>
              </a:lnSpc>
            </a:pPr>
            <a:endParaRPr lang="en-US" sz="2499" dirty="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algn="just">
              <a:lnSpc>
                <a:spcPts val="3270"/>
              </a:lnSpc>
            </a:pP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Lorem ipsum dolor sit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amet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consectetur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adipiscing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elit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sed do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eiusmod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tempor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incididunt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labore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et dolore magna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aliqua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Ut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enim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ad minim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veniam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quis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nostrud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exercitation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ullamco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laboris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nisi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aliquip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ex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ea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commodo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consequat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Duis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aute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irure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dolor in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reprehenderit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in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voluptate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velit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esse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cillum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dolore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eu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fugiat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nulla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pariatur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</a:t>
            </a:r>
          </a:p>
          <a:p>
            <a:pPr algn="just">
              <a:lnSpc>
                <a:spcPts val="3270"/>
              </a:lnSpc>
            </a:pPr>
            <a:endParaRPr lang="en-US" sz="2336" dirty="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algn="just">
              <a:lnSpc>
                <a:spcPts val="3270"/>
              </a:lnSpc>
            </a:pP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Lorem ipsum dolor sit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amet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consectetur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adipiscing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elit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sed do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eiusmod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tempor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incididunt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labore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et dolore magna </a:t>
            </a:r>
            <a:r>
              <a:rPr lang="en-US" sz="2336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aliqua</a:t>
            </a:r>
            <a:r>
              <a:rPr lang="en-US" sz="2336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48924" y="2664921"/>
            <a:ext cx="4449383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Título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em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: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arial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tamanho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40 (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mínimo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) a 70 (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máximo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),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centralizado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negrito</a:t>
            </a:r>
            <a:endParaRPr lang="en-US" sz="1899" dirty="0">
              <a:solidFill>
                <a:srgbClr val="FFFFF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9407340"/>
            <a:ext cx="803474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 em: arial, tamanho  25 (mínimo) a 40 (máximo), justificado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86649" y="5718482"/>
            <a:ext cx="803474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Coloque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seguindo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mesmo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formato</a:t>
            </a:r>
            <a:endParaRPr lang="en-US"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414007" cy="10287000"/>
            <a:chOff x="0" y="0"/>
            <a:chExt cx="1730955" cy="28013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0955" cy="2801322"/>
            </a:xfrm>
            <a:custGeom>
              <a:avLst/>
              <a:gdLst/>
              <a:ahLst/>
              <a:cxnLst/>
              <a:rect l="l" t="t" r="r" b="b"/>
              <a:pathLst>
                <a:path w="1730955" h="2801322">
                  <a:moveTo>
                    <a:pt x="0" y="0"/>
                  </a:moveTo>
                  <a:lnTo>
                    <a:pt x="1730955" y="0"/>
                  </a:lnTo>
                  <a:lnTo>
                    <a:pt x="1730955" y="2801322"/>
                  </a:lnTo>
                  <a:lnTo>
                    <a:pt x="0" y="2801322"/>
                  </a:lnTo>
                  <a:close/>
                </a:path>
              </a:pathLst>
            </a:custGeom>
            <a:solidFill>
              <a:srgbClr val="6B78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30955" cy="2839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4007" y="5806457"/>
            <a:ext cx="11873993" cy="4480543"/>
            <a:chOff x="0" y="0"/>
            <a:chExt cx="3127307" cy="12806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27307" cy="1280653"/>
            </a:xfrm>
            <a:custGeom>
              <a:avLst/>
              <a:gdLst/>
              <a:ahLst/>
              <a:cxnLst/>
              <a:rect l="l" t="t" r="r" b="b"/>
              <a:pathLst>
                <a:path w="3127307" h="1280653">
                  <a:moveTo>
                    <a:pt x="0" y="0"/>
                  </a:moveTo>
                  <a:lnTo>
                    <a:pt x="3127307" y="0"/>
                  </a:lnTo>
                  <a:lnTo>
                    <a:pt x="3127307" y="1280653"/>
                  </a:lnTo>
                  <a:lnTo>
                    <a:pt x="0" y="1280653"/>
                  </a:lnTo>
                  <a:close/>
                </a:path>
              </a:pathLst>
            </a:custGeom>
            <a:solidFill>
              <a:srgbClr val="AE0F0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127307" cy="13187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946278" y="-1"/>
            <a:ext cx="341722" cy="10287001"/>
            <a:chOff x="0" y="0"/>
            <a:chExt cx="180002" cy="29019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0002" cy="2901914"/>
            </a:xfrm>
            <a:custGeom>
              <a:avLst/>
              <a:gdLst/>
              <a:ahLst/>
              <a:cxnLst/>
              <a:rect l="l" t="t" r="r" b="b"/>
              <a:pathLst>
                <a:path w="180002" h="2901914">
                  <a:moveTo>
                    <a:pt x="0" y="0"/>
                  </a:moveTo>
                  <a:lnTo>
                    <a:pt x="180002" y="0"/>
                  </a:lnTo>
                  <a:lnTo>
                    <a:pt x="180002" y="2901914"/>
                  </a:lnTo>
                  <a:lnTo>
                    <a:pt x="0" y="2901914"/>
                  </a:lnTo>
                  <a:close/>
                </a:path>
              </a:pathLst>
            </a:custGeom>
            <a:solidFill>
              <a:srgbClr val="59585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0002" cy="2940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5806457"/>
            <a:ext cx="6414007" cy="4480543"/>
            <a:chOff x="0" y="0"/>
            <a:chExt cx="993698" cy="69415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3697" cy="694153"/>
            </a:xfrm>
            <a:custGeom>
              <a:avLst/>
              <a:gdLst/>
              <a:ahLst/>
              <a:cxnLst/>
              <a:rect l="l" t="t" r="r" b="b"/>
              <a:pathLst>
                <a:path w="993697" h="694153">
                  <a:moveTo>
                    <a:pt x="0" y="0"/>
                  </a:moveTo>
                  <a:lnTo>
                    <a:pt x="993697" y="0"/>
                  </a:lnTo>
                  <a:lnTo>
                    <a:pt x="993697" y="694153"/>
                  </a:lnTo>
                  <a:lnTo>
                    <a:pt x="0" y="694153"/>
                  </a:lnTo>
                  <a:close/>
                </a:path>
              </a:pathLst>
            </a:custGeom>
            <a:blipFill>
              <a:blip r:embed="rId2"/>
              <a:stretch>
                <a:fillRect l="-2326" r="-2326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7590987" y="1495289"/>
            <a:ext cx="8995419" cy="2653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Lorem ipsum dolor sit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amet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consectetur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adipiscing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elit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sed do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eiusmod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tempor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incididunt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labore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et dolore magna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aliqua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Ut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enim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ad minim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veniam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quis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nostrud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exercitation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ullamco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laboris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nisi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aliquip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ex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ea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commodo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consequat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Duis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aute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irure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dolor in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reprehenderit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in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voluptate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velit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esse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cillum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dolore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eu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fugiat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nulla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pariatur</a:t>
            </a:r>
            <a:r>
              <a:rPr lang="en-US" sz="2499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90987" y="6678848"/>
            <a:ext cx="8995419" cy="2653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Lorem ipsum dolor sit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amet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consectetur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adipiscing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elit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sed do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eiusmod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tempor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incididunt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labore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et dolore magna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aliqua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Ut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enim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ad minim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veniam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quis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nostrud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exercitation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ullamco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laboris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nisi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aliquip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ex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ea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commodo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consequat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Duis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aute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irure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dolor in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reprehenderit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in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voluptate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velit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esse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cillum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dolore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eu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fugiat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nulla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pariatur</a:t>
            </a:r>
            <a:r>
              <a:rPr lang="en-US" sz="2499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2488" y="1623638"/>
            <a:ext cx="4766312" cy="1064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9099"/>
              </a:lnSpc>
            </a:pPr>
            <a:r>
              <a:rPr lang="en-US" sz="6499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-810370" y="6081557"/>
            <a:ext cx="803474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Coloque uma imagem aqui, seguindo este mesmo formato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33630" y="5112207"/>
            <a:ext cx="803474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r>
              <a:rPr lang="en-US" sz="18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8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8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arial</a:t>
            </a:r>
            <a:r>
              <a:rPr lang="en-US" sz="18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tamanho</a:t>
            </a:r>
            <a:r>
              <a:rPr lang="en-US" sz="18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25 (</a:t>
            </a:r>
            <a:r>
              <a:rPr lang="en-US" sz="18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mínimo</a:t>
            </a:r>
            <a:r>
              <a:rPr lang="en-US" sz="18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a 40 (</a:t>
            </a:r>
            <a:r>
              <a:rPr lang="en-US" sz="18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máximo</a:t>
            </a:r>
            <a:r>
              <a:rPr lang="en-US" sz="18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lang="en-US" sz="18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justificado</a:t>
            </a:r>
            <a:endParaRPr lang="en-US" sz="18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72488" y="2963645"/>
            <a:ext cx="4537712" cy="666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59"/>
              </a:lnSpc>
              <a:spcBef>
                <a:spcPct val="0"/>
              </a:spcBef>
            </a:pP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Título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em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: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arial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tamanho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40 (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mínimo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) </a:t>
            </a:r>
          </a:p>
          <a:p>
            <a:pPr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 70 (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máximo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),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centralizado</a:t>
            </a:r>
            <a:r>
              <a:rPr lang="en-US" sz="1899" dirty="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1899" dirty="0" err="1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negrito</a:t>
            </a:r>
            <a:endParaRPr lang="en-US" sz="1899" dirty="0">
              <a:solidFill>
                <a:srgbClr val="FFFFF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>
            <a:extLst>
              <a:ext uri="{FF2B5EF4-FFF2-40B4-BE49-F238E27FC236}">
                <a16:creationId xmlns:a16="http://schemas.microsoft.com/office/drawing/2014/main" id="{96A1C0DB-FD5B-4B9D-B29F-94B527837CF9}"/>
              </a:ext>
            </a:extLst>
          </p:cNvPr>
          <p:cNvSpPr/>
          <p:nvPr/>
        </p:nvSpPr>
        <p:spPr>
          <a:xfrm flipV="1">
            <a:off x="1524000" y="2705100"/>
            <a:ext cx="16230600" cy="0"/>
          </a:xfrm>
          <a:prstGeom prst="line">
            <a:avLst/>
          </a:prstGeom>
          <a:ln w="19050" cap="flat">
            <a:solidFill>
              <a:srgbClr val="AE0F0A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2" name="Group 2"/>
          <p:cNvGrpSpPr/>
          <p:nvPr/>
        </p:nvGrpSpPr>
        <p:grpSpPr>
          <a:xfrm>
            <a:off x="17635804" y="-19050"/>
            <a:ext cx="652196" cy="10306050"/>
            <a:chOff x="0" y="0"/>
            <a:chExt cx="171772" cy="2801322"/>
          </a:xfrm>
          <a:solidFill>
            <a:srgbClr val="6B787E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71772" cy="2801322"/>
            </a:xfrm>
            <a:custGeom>
              <a:avLst/>
              <a:gdLst/>
              <a:ahLst/>
              <a:cxnLst/>
              <a:rect l="l" t="t" r="r" b="b"/>
              <a:pathLst>
                <a:path w="171772" h="2801322">
                  <a:moveTo>
                    <a:pt x="0" y="0"/>
                  </a:moveTo>
                  <a:lnTo>
                    <a:pt x="171772" y="0"/>
                  </a:lnTo>
                  <a:lnTo>
                    <a:pt x="171772" y="2801322"/>
                  </a:lnTo>
                  <a:lnTo>
                    <a:pt x="0" y="2801322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1772" cy="283942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76400" y="1743298"/>
            <a:ext cx="8277579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9"/>
              </a:lnSpc>
            </a:pPr>
            <a:r>
              <a:rPr lang="en-US" sz="6999" b="1" dirty="0">
                <a:solidFill>
                  <a:srgbClr val="AE0F0A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TÍTULO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20379" y="3722412"/>
            <a:ext cx="8519021" cy="3551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Lorem ipsum dolor sit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amet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consectetur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adipiscing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elit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sed do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eiusmod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tempor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incididunt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labore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et dolore magna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aliqua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Ut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enim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ad minim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veniam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quis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nostrud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exercitation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ullamco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laboris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nisi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aliquip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ex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ea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commodo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consequat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Duis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aute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irure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 in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reprehenderit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in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voluptate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velit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esse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cillum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dolore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eu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fugiat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nulla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pariatur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Excepteur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sint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occaecat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cupidatat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non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proident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sunt in culpa qui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officia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deserunt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mollit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anim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id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est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500" dirty="0" err="1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laborum</a:t>
            </a:r>
            <a:r>
              <a:rPr lang="en-US" sz="2500" dirty="0">
                <a:solidFill>
                  <a:srgbClr val="6B787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F3B6A76-C20E-483E-A515-935B96BD77FB}"/>
              </a:ext>
            </a:extLst>
          </p:cNvPr>
          <p:cNvSpPr/>
          <p:nvPr/>
        </p:nvSpPr>
        <p:spPr>
          <a:xfrm>
            <a:off x="11252397" y="-19050"/>
            <a:ext cx="6383407" cy="10306050"/>
          </a:xfrm>
          <a:custGeom>
            <a:avLst/>
            <a:gdLst/>
            <a:ahLst/>
            <a:cxnLst/>
            <a:rect l="l" t="t" r="r" b="b"/>
            <a:pathLst>
              <a:path w="1218427" h="996190">
                <a:moveTo>
                  <a:pt x="0" y="0"/>
                </a:moveTo>
                <a:lnTo>
                  <a:pt x="1218427" y="0"/>
                </a:lnTo>
                <a:lnTo>
                  <a:pt x="1218427" y="996190"/>
                </a:lnTo>
                <a:lnTo>
                  <a:pt x="0" y="996190"/>
                </a:lnTo>
                <a:close/>
              </a:path>
            </a:pathLst>
          </a:custGeom>
          <a:blipFill>
            <a:blip r:embed="rId2"/>
            <a:stretch>
              <a:fillRect l="-122398" t="-45109" r="-124424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78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26809" y="1638300"/>
            <a:ext cx="7434382" cy="5849849"/>
          </a:xfrm>
          <a:custGeom>
            <a:avLst/>
            <a:gdLst/>
            <a:ahLst/>
            <a:cxnLst/>
            <a:rect l="l" t="t" r="r" b="b"/>
            <a:pathLst>
              <a:path w="7434382" h="5849849">
                <a:moveTo>
                  <a:pt x="0" y="0"/>
                </a:moveTo>
                <a:lnTo>
                  <a:pt x="7434382" y="0"/>
                </a:lnTo>
                <a:lnTo>
                  <a:pt x="7434382" y="5849849"/>
                </a:lnTo>
                <a:lnTo>
                  <a:pt x="0" y="5849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82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770393" y="7745665"/>
            <a:ext cx="8747214" cy="2503235"/>
          </a:xfrm>
          <a:custGeom>
            <a:avLst/>
            <a:gdLst/>
            <a:ahLst/>
            <a:cxnLst/>
            <a:rect l="l" t="t" r="r" b="b"/>
            <a:pathLst>
              <a:path w="8747214" h="2503235">
                <a:moveTo>
                  <a:pt x="0" y="0"/>
                </a:moveTo>
                <a:lnTo>
                  <a:pt x="8747214" y="0"/>
                </a:lnTo>
                <a:lnTo>
                  <a:pt x="8747214" y="2503235"/>
                </a:lnTo>
                <a:lnTo>
                  <a:pt x="0" y="2503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E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0AE8A571-BFD1-420F-A358-CD7AD88473DA}"/>
              </a:ext>
            </a:extLst>
          </p:cNvPr>
          <p:cNvSpPr/>
          <p:nvPr/>
        </p:nvSpPr>
        <p:spPr>
          <a:xfrm>
            <a:off x="5426809" y="1638300"/>
            <a:ext cx="7434382" cy="5849849"/>
          </a:xfrm>
          <a:custGeom>
            <a:avLst/>
            <a:gdLst/>
            <a:ahLst/>
            <a:cxnLst/>
            <a:rect l="l" t="t" r="r" b="b"/>
            <a:pathLst>
              <a:path w="7434382" h="5849849">
                <a:moveTo>
                  <a:pt x="0" y="0"/>
                </a:moveTo>
                <a:lnTo>
                  <a:pt x="7434382" y="0"/>
                </a:lnTo>
                <a:lnTo>
                  <a:pt x="7434382" y="5849849"/>
                </a:lnTo>
                <a:lnTo>
                  <a:pt x="0" y="5849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827"/>
            </a:stretch>
          </a:blipFill>
        </p:spPr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AC8D8650-D3D3-4A8E-AACF-593E27D2CDF9}"/>
              </a:ext>
            </a:extLst>
          </p:cNvPr>
          <p:cNvSpPr/>
          <p:nvPr/>
        </p:nvSpPr>
        <p:spPr>
          <a:xfrm>
            <a:off x="4770393" y="7745665"/>
            <a:ext cx="8747214" cy="2503235"/>
          </a:xfrm>
          <a:custGeom>
            <a:avLst/>
            <a:gdLst/>
            <a:ahLst/>
            <a:cxnLst/>
            <a:rect l="l" t="t" r="r" b="b"/>
            <a:pathLst>
              <a:path w="8747214" h="2503235">
                <a:moveTo>
                  <a:pt x="0" y="0"/>
                </a:moveTo>
                <a:lnTo>
                  <a:pt x="8747214" y="0"/>
                </a:lnTo>
                <a:lnTo>
                  <a:pt x="8747214" y="2503235"/>
                </a:lnTo>
                <a:lnTo>
                  <a:pt x="0" y="2503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16626" y="7581900"/>
            <a:ext cx="9769099" cy="2795673"/>
          </a:xfrm>
          <a:custGeom>
            <a:avLst/>
            <a:gdLst/>
            <a:ahLst/>
            <a:cxnLst/>
            <a:rect l="l" t="t" r="r" b="b"/>
            <a:pathLst>
              <a:path w="9769099" h="2795673">
                <a:moveTo>
                  <a:pt x="0" y="0"/>
                </a:moveTo>
                <a:lnTo>
                  <a:pt x="9769098" y="0"/>
                </a:lnTo>
                <a:lnTo>
                  <a:pt x="9769098" y="2795673"/>
                </a:lnTo>
                <a:lnTo>
                  <a:pt x="0" y="2795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81008" y="1655851"/>
            <a:ext cx="9280183" cy="5849849"/>
          </a:xfrm>
          <a:custGeom>
            <a:avLst/>
            <a:gdLst/>
            <a:ahLst/>
            <a:cxnLst/>
            <a:rect l="l" t="t" r="r" b="b"/>
            <a:pathLst>
              <a:path w="9280183" h="5849849">
                <a:moveTo>
                  <a:pt x="0" y="0"/>
                </a:moveTo>
                <a:lnTo>
                  <a:pt x="9280183" y="0"/>
                </a:lnTo>
                <a:lnTo>
                  <a:pt x="9280183" y="5849849"/>
                </a:lnTo>
                <a:lnTo>
                  <a:pt x="0" y="5849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1543</Words>
  <Application>Microsoft Office PowerPoint</Application>
  <PresentationFormat>Personalizar</PresentationFormat>
  <Paragraphs>82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 Bold</vt:lpstr>
      <vt:lpstr>Open Sans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trabalho de curso tcc moderno branco cinza</dc:title>
  <cp:lastModifiedBy>Etec-User</cp:lastModifiedBy>
  <cp:revision>4</cp:revision>
  <dcterms:created xsi:type="dcterms:W3CDTF">2006-08-16T00:00:00Z</dcterms:created>
  <dcterms:modified xsi:type="dcterms:W3CDTF">2025-10-28T18:22:10Z</dcterms:modified>
  <dc:identifier>DAG3GD6-0ms</dc:identifier>
</cp:coreProperties>
</file>